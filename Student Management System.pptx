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3"/>
  </p:notesMasterIdLst>
  <p:sldIdLst>
    <p:sldId id="256" r:id="rId2"/>
    <p:sldId id="257" r:id="rId3"/>
    <p:sldId id="265" r:id="rId4"/>
    <p:sldId id="260" r:id="rId5"/>
    <p:sldId id="261" r:id="rId6"/>
    <p:sldId id="266" r:id="rId7"/>
    <p:sldId id="264" r:id="rId8"/>
    <p:sldId id="263" r:id="rId9"/>
    <p:sldId id="268" r:id="rId10"/>
    <p:sldId id="262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CDD61-02D4-472B-89BC-40087AFB106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9D91B-9982-4EA1-BA55-C16699FE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6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9D91B-9982-4EA1-BA55-C16699FE1A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2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9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4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2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5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6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2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0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8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116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0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735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5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08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84C17-A944-4663-9BEE-3650E161DA9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1FA2A6-F4DA-4040-B7E2-888053222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1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74701-5FAC-AEB8-6B1D-B09D4C9EB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7" y="1193568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FFFFF"/>
                </a:solidFill>
                <a:latin typeface="Algerian" panose="04020705040A02060702" pitchFamily="82" charset="0"/>
              </a:rPr>
              <a:t>Student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73184-41AF-36DB-8E74-DD648BB8A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8543" y="4359946"/>
            <a:ext cx="3690288" cy="1186108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tx1">
                    <a:lumMod val="95000"/>
                  </a:schemeClr>
                </a:solidFill>
                <a:latin typeface="Abadi" panose="020F0502020204030204" pitchFamily="34" charset="0"/>
              </a:rPr>
              <a:t>Name : Kaushik Mane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</a:schemeClr>
                </a:solidFill>
                <a:latin typeface="Abadi" panose="020F0502020204030204" pitchFamily="34" charset="0"/>
              </a:rPr>
              <a:t>Domain : Data Science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7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4E2439-B416-98BB-ECA1-A6055B8F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r="1493" b="13326"/>
          <a:stretch>
            <a:fillRect/>
          </a:stretch>
        </p:blipFill>
        <p:spPr>
          <a:xfrm>
            <a:off x="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6D0CD-7DA8-76D9-C76C-F3AE8BBDC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800" y="671648"/>
            <a:ext cx="3629601" cy="126891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88145-D4AD-CDF9-B600-22EB22D88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0481" y="2484792"/>
            <a:ext cx="5394940" cy="323528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Student Management System is a software application designed to efficiently manage student-related information such as personal details, academic records, and performance data. </a:t>
            </a:r>
            <a:r>
              <a:rPr lang="en-US" sz="2000"/>
              <a:t>It simplifies the process of storing, retrieving, and updating student data while reducing manual effort and errors.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071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1F47-4DFD-ACE0-E1F5-D9F0E3FD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7772-EB39-F305-97E4-6250D1155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71" y="422361"/>
            <a:ext cx="8830711" cy="10845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AD625-D4C3-8506-5FFB-4BA0B97F1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793" y="2012194"/>
            <a:ext cx="9221666" cy="41351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Managing student records manually is time-consuming, error-prone, and difficult to maintain, especially as the number of students increases. Traditional methods lack efficient data organization, quick retrieval, and real-time updates. Therefore, there is a need for a digital solution that can store, manage, and process student information efficiently. </a:t>
            </a:r>
          </a:p>
        </p:txBody>
      </p:sp>
    </p:spTree>
    <p:extLst>
      <p:ext uri="{BB962C8B-B14F-4D97-AF65-F5344CB8AC3E}">
        <p14:creationId xmlns:p14="http://schemas.microsoft.com/office/powerpoint/2010/main" val="281611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8216-C810-AB8B-A2ED-9D42D011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43B1-AE51-8F2B-F898-1AEA7076C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552" y="367983"/>
            <a:ext cx="8830711" cy="10845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1AD17-4078-0320-3009-610400D58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720" y="1940878"/>
            <a:ext cx="7780411" cy="3840162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100" dirty="0">
                <a:latin typeface="Abadi" panose="020B0604020104020204" pitchFamily="34" charset="0"/>
              </a:rPr>
              <a:t>To design and develop a Student Management System for handling student records digitally</a:t>
            </a:r>
          </a:p>
          <a:p>
            <a:pPr marL="457200" indent="-4572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100" dirty="0">
                <a:latin typeface="Abadi" panose="020B0604020104020204" pitchFamily="34" charset="0"/>
              </a:rPr>
              <a:t>To implement core functionalities such as adding, viewing, searching, and deleting student data</a:t>
            </a:r>
          </a:p>
          <a:p>
            <a:pPr marL="457200" indent="-4572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100" dirty="0">
                <a:latin typeface="Abadi" panose="020B0604020104020204" pitchFamily="34" charset="0"/>
              </a:rPr>
              <a:t>To store and manage data efficiently using JSON file handling</a:t>
            </a:r>
          </a:p>
          <a:p>
            <a:pPr marL="457200" indent="-4572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100" dirty="0">
                <a:latin typeface="Abadi" panose="020B0604020104020204" pitchFamily="34" charset="0"/>
              </a:rPr>
              <a:t>To create an interactive and user-friendly interface using </a:t>
            </a:r>
            <a:r>
              <a:rPr lang="en-US" sz="2100" dirty="0" err="1">
                <a:latin typeface="Abadi" panose="020B0604020104020204" pitchFamily="34" charset="0"/>
              </a:rPr>
              <a:t>Streamlit</a:t>
            </a:r>
            <a:endParaRPr lang="en-US" sz="21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41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22ED7-8526-4FB8-7CE0-CBF2FE3A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089C6-E10E-07B5-BDAE-6846EEF1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664" y="392491"/>
            <a:ext cx="5281660" cy="137560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B26DA-BBDF-800E-89A3-235040F49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895" y="1995490"/>
            <a:ext cx="4218802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 algn="l">
              <a:lnSpc>
                <a:spcPct val="150000"/>
              </a:lnSpc>
              <a:buFont typeface="Wingdings 3" charset="2"/>
              <a:buChar char=""/>
            </a:pPr>
            <a:r>
              <a:rPr lang="en-US" sz="2200" dirty="0">
                <a:solidFill>
                  <a:schemeClr val="bg1"/>
                </a:solidFill>
                <a:latin typeface="Abadi" panose="020B0604020104020204" pitchFamily="34" charset="0"/>
              </a:rPr>
              <a:t>Python → Core programming</a:t>
            </a:r>
          </a:p>
          <a:p>
            <a:pPr marL="457200" indent="-457200" algn="l">
              <a:lnSpc>
                <a:spcPct val="150000"/>
              </a:lnSpc>
              <a:buFont typeface="Wingdings 3" charset="2"/>
              <a:buChar char=""/>
            </a:pPr>
            <a:r>
              <a:rPr lang="en-US" sz="2200" dirty="0" err="1">
                <a:solidFill>
                  <a:schemeClr val="bg1"/>
                </a:solidFill>
                <a:latin typeface="Abadi" panose="020B0604020104020204" pitchFamily="34" charset="0"/>
              </a:rPr>
              <a:t>Streamlit</a:t>
            </a:r>
            <a:r>
              <a:rPr lang="en-US" sz="2200" dirty="0">
                <a:solidFill>
                  <a:schemeClr val="bg1"/>
                </a:solidFill>
                <a:latin typeface="Abadi" panose="020B0604020104020204" pitchFamily="34" charset="0"/>
              </a:rPr>
              <a:t> → UI development</a:t>
            </a:r>
          </a:p>
          <a:p>
            <a:pPr marL="457200" indent="-457200" algn="l">
              <a:lnSpc>
                <a:spcPct val="150000"/>
              </a:lnSpc>
              <a:buFont typeface="Wingdings 3" charset="2"/>
              <a:buChar char=""/>
            </a:pPr>
            <a:r>
              <a:rPr lang="en-US" sz="2200" dirty="0">
                <a:solidFill>
                  <a:schemeClr val="bg1"/>
                </a:solidFill>
                <a:latin typeface="Abadi" panose="020B0604020104020204" pitchFamily="34" charset="0"/>
              </a:rPr>
              <a:t>JSON → Data storage</a:t>
            </a:r>
          </a:p>
          <a:p>
            <a:pPr marL="457200" indent="-457200" algn="l">
              <a:lnSpc>
                <a:spcPct val="150000"/>
              </a:lnSpc>
              <a:buFont typeface="Wingdings 3" charset="2"/>
              <a:buChar char=""/>
            </a:pPr>
            <a:r>
              <a:rPr lang="en-US" sz="2200" dirty="0">
                <a:solidFill>
                  <a:schemeClr val="bg1"/>
                </a:solidFill>
                <a:latin typeface="Abadi" panose="020B0604020104020204" pitchFamily="34" charset="0"/>
              </a:rPr>
              <a:t>Pandas → Data handling &amp; CSV export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F7C21-810E-B68B-6F88-3E4598CB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" t="18544" r="7246" b="1572"/>
          <a:stretch>
            <a:fillRect/>
          </a:stretch>
        </p:blipFill>
        <p:spPr>
          <a:xfrm>
            <a:off x="6356092" y="526409"/>
            <a:ext cx="4761893" cy="5805182"/>
          </a:xfrm>
          <a:prstGeom prst="rect">
            <a:avLst/>
          </a:prstGeom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0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AF22-9FA3-951E-0901-2DAC2D11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2B19-661A-8E54-5B17-7AF8A632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5938" y="85060"/>
            <a:ext cx="6354525" cy="919110"/>
          </a:xfrm>
        </p:spPr>
        <p:txBody>
          <a:bodyPr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6AA39-2D9C-AE50-F2FA-F2D64F9DE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9"/>
          <a:stretch>
            <a:fillRect/>
          </a:stretch>
        </p:blipFill>
        <p:spPr>
          <a:xfrm>
            <a:off x="3259257" y="457199"/>
            <a:ext cx="5673486" cy="63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4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BDC0D-EE61-D0E8-6FAC-12FE8D0C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AAE550-40F4-6C00-FD76-B312A04FD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941" y="609600"/>
            <a:ext cx="4951306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BA2865-9813-5124-C892-7216D2DD22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942" y="1930400"/>
            <a:ext cx="8596668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algn="just" fontAlgn="base">
              <a:lnSpc>
                <a:spcPct val="150000"/>
              </a:lnSpc>
              <a:buClr>
                <a:schemeClr val="tx1"/>
              </a:buClr>
              <a:buSzPct val="90000"/>
              <a:buFont typeface="+mj-lt"/>
              <a:buAutoNum type="arabicPeriod"/>
              <a:tabLst/>
            </a:pPr>
            <a:r>
              <a:rPr lang="en-US" alt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Improves efficiency by automating student record management </a:t>
            </a:r>
          </a:p>
          <a:p>
            <a:pPr marL="457200" marR="0" lvl="0" indent="-457200" algn="just" fontAlgn="base">
              <a:lnSpc>
                <a:spcPct val="150000"/>
              </a:lnSpc>
              <a:buClr>
                <a:schemeClr val="tx1"/>
              </a:buClr>
              <a:buSzPct val="90000"/>
              <a:buFont typeface="+mj-lt"/>
              <a:buAutoNum type="arabicPeriod"/>
              <a:tabLst/>
            </a:pPr>
            <a:r>
              <a:rPr lang="en-US" alt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Reduces manual errors in data entry and processing </a:t>
            </a:r>
          </a:p>
          <a:p>
            <a:pPr marL="457200" marR="0" lvl="0" indent="-457200" algn="just" fontAlgn="base">
              <a:lnSpc>
                <a:spcPct val="150000"/>
              </a:lnSpc>
              <a:buClr>
                <a:schemeClr val="tx1"/>
              </a:buClr>
              <a:buSzPct val="90000"/>
              <a:buFont typeface="+mj-lt"/>
              <a:buAutoNum type="arabicPeriod"/>
              <a:tabLst/>
            </a:pPr>
            <a:r>
              <a:rPr lang="en-US" alt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Provides a user-friendly interface for easy interaction </a:t>
            </a:r>
          </a:p>
          <a:p>
            <a:pPr marL="457200" lvl="0" indent="-457200" algn="just" fontAlgn="base">
              <a:lnSpc>
                <a:spcPct val="150000"/>
              </a:lnSpc>
              <a:buClr>
                <a:schemeClr val="tx1"/>
              </a:buClr>
              <a:buSzPct val="90000"/>
              <a:buFont typeface="+mj-lt"/>
              <a:buAutoNum type="arabicPeriod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Supports structured and organized data management</a:t>
            </a:r>
          </a:p>
          <a:p>
            <a:pPr marL="457200" lvl="0" indent="-457200" algn="just" fontAlgn="base">
              <a:lnSpc>
                <a:spcPct val="150000"/>
              </a:lnSpc>
              <a:buClr>
                <a:schemeClr val="tx1"/>
              </a:buClr>
              <a:buSzPct val="90000"/>
              <a:buFont typeface="+mj-lt"/>
              <a:buAutoNum type="arabicPeriod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Enhances productivity by saving time and effort</a:t>
            </a:r>
            <a:endParaRPr lang="en-US" alt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53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66BA-1E20-5079-E1AB-6A6DB86A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5372-398F-7FD8-EC1F-B0B68E34E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272" y="391881"/>
            <a:ext cx="8830711" cy="10845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CC55B9-5110-7B09-74A6-FA69BCF1724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1392" y="2092256"/>
            <a:ext cx="8409647" cy="3077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200" dirty="0"/>
              <a:t>Limited to local storage using JSON, which is not suitable for large-scale data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200" dirty="0"/>
              <a:t>Does not support multiple users or role-based access 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/>
              <a:t>No backup or recovery mechanism for data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200" dirty="0"/>
              <a:t>Limited data validation and error handling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200" dirty="0"/>
              <a:t>No real-time database integration </a:t>
            </a:r>
          </a:p>
        </p:txBody>
      </p:sp>
    </p:spTree>
    <p:extLst>
      <p:ext uri="{BB962C8B-B14F-4D97-AF65-F5344CB8AC3E}">
        <p14:creationId xmlns:p14="http://schemas.microsoft.com/office/powerpoint/2010/main" val="73723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C2887-2958-9322-8C30-339CF52FF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4A9F-4DD8-2048-BEC5-7DEC271AE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689" y="310601"/>
            <a:ext cx="8830711" cy="10845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51358-3409-13E4-5768-08CE8263E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712" y="1971554"/>
            <a:ext cx="8348688" cy="3809486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To integrate a database system like MySQL or MongoDB for handling large-scale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To implement multi-user access with role-based authentication (admin, student, teacher)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To develop an update/edit feature for modifying student details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To add data visualization features such as charts and analytics for performance tracking 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980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0646-0702-D9B4-C029-E2E95283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8AAC-2BF2-2B40-57E0-E2ACE1860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792" y="281233"/>
            <a:ext cx="8830711" cy="10845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FA77-E248-E660-03CD-9D361F052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869954"/>
            <a:ext cx="8564880" cy="40838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Student Management System successfully demonstrates how student data can be managed efficiently using a digital approach. It integrates backend logic with a user-friendly </a:t>
            </a:r>
            <a:r>
              <a:rPr lang="en-US" sz="2000" dirty="0" err="1"/>
              <a:t>Streamlit</a:t>
            </a:r>
            <a:r>
              <a:rPr lang="en-US" sz="2000" dirty="0"/>
              <a:t> interface, enabling operations like adding, viewing, searching, and deleting records with ease. The project highlights the practical application of Python, object-oriented programming, and file handling, while also providing a scalable foundation for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41845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BEA8B-6A58-C0BF-9372-874C88DF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CCB95-A421-6A34-EC2F-AFAF7706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7" y="2564524"/>
            <a:ext cx="5771343" cy="1306436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rgbClr val="FFFFFF"/>
                </a:solidFill>
                <a:latin typeface="Algerian" panose="04020705040A02060702" pitchFamily="82" charset="0"/>
              </a:rPr>
              <a:t>Thank you..!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177</TotalTime>
  <Words>392</Words>
  <Application>Microsoft Office PowerPoint</Application>
  <PresentationFormat>Widescreen</PresentationFormat>
  <Paragraphs>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Abadi</vt:lpstr>
      <vt:lpstr>Algerian</vt:lpstr>
      <vt:lpstr>Aptos</vt:lpstr>
      <vt:lpstr>Arial</vt:lpstr>
      <vt:lpstr>Times New Roman</vt:lpstr>
      <vt:lpstr>Trebuchet MS</vt:lpstr>
      <vt:lpstr>Wingdings</vt:lpstr>
      <vt:lpstr>Wingdings 3</vt:lpstr>
      <vt:lpstr>Facet</vt:lpstr>
      <vt:lpstr>Student Management System</vt:lpstr>
      <vt:lpstr>Introduction</vt:lpstr>
      <vt:lpstr>Problem Statement</vt:lpstr>
      <vt:lpstr>Objective</vt:lpstr>
      <vt:lpstr>Technologies Used</vt:lpstr>
      <vt:lpstr>Workflow</vt:lpstr>
      <vt:lpstr>Advantages</vt:lpstr>
      <vt:lpstr>Limitations</vt:lpstr>
      <vt:lpstr>Future Scope</vt:lpstr>
      <vt:lpstr>Conclusion</vt:lpstr>
      <vt:lpstr>Thank you..!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 Mane</dc:creator>
  <cp:lastModifiedBy>Kaushik Mane</cp:lastModifiedBy>
  <cp:revision>25</cp:revision>
  <dcterms:created xsi:type="dcterms:W3CDTF">2026-04-28T14:44:48Z</dcterms:created>
  <dcterms:modified xsi:type="dcterms:W3CDTF">2026-04-29T08:07:46Z</dcterms:modified>
</cp:coreProperties>
</file>